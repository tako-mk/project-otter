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cea12b4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bcea12b4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cea12b4d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cea12b4d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cea12b4d9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cea12b4d9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cea12b4d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cea12b4d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プロジェクトにおける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統合的サポート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ja"/>
              <a:t>Ei3 鈴木崇矢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開発プロジェクト</a:t>
            </a:r>
            <a:r>
              <a:rPr lang="ja"/>
              <a:t>の現状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パソコン甲子園2025に出場したとき、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スケジュール管理が結局うまくいかなかった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コミュニケーションツールとしてDiscordを用いた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→スケジュール管理で使っていたGoogleカレンダーと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ja"/>
              <a:t>　結びつかないため、カレンダーを結局見ない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既存サービス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63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Notion : Free</a:t>
            </a:r>
            <a:r>
              <a:rPr lang="ja"/>
              <a:t>プランに制限があり、有料プランだと高い。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Teams : </a:t>
            </a:r>
            <a:r>
              <a:rPr lang="ja"/>
              <a:t>重いし、絶妙に使いづらく感じる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Slack : Notion</a:t>
            </a:r>
            <a:r>
              <a:rPr lang="ja"/>
              <a:t>との結びつきがあるが、Freeプランでは90日でメッセージが消える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両方、個人的にはぐちゃぐちゃしていて使いにくいと感じる。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Notionにおいてはメッセージ数によくわからない単位を用いていて難しい。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5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→無料で様々なことが可能なDiscordを使っていたが、ユーザー層が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ja"/>
              <a:t>　ゲーマーであるためプロジェクト管理</a:t>
            </a:r>
            <a:r>
              <a:rPr lang="ja"/>
              <a:t>(カレンダーやタスク管理)</a:t>
            </a:r>
            <a:r>
              <a:rPr lang="ja"/>
              <a:t>に向かない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プロジェクト開発</a:t>
            </a:r>
            <a:r>
              <a:rPr lang="ja"/>
              <a:t>を改善するには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・カレンダーとTODOリストを一体化させたスケジュール管理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・会議の議事録の自動作成等、会議(リモート含む)サポート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・ユーザーの組織的管理を直感的に行いやすく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・開発プロセスのフローチャート・ロードマップ作成のサポート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ja"/>
              <a:t>・同時編集可能なデジタルホワイトボード(Google Jamboardサ終を受け)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